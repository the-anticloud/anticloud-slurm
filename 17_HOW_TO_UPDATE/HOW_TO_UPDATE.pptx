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SLURM | Category: SUPERCOMPUTER</a:t>
            </a:r>
          </a:p>
          <a:p>
            <a:r>
              <a:rPr sz="1400"/>
              <a:t>Upstream: https://github.com/slurm/slurm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SLURM.</a:t>
            </a:r>
          </a:p>
          <a:p>
            <a:r>
              <a:rPr sz="1400"/>
              <a:t>HPC workload manager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SLURM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